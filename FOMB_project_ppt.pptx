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6" r:id="rId3"/>
    <p:sldId id="262" r:id="rId4"/>
    <p:sldId id="263" r:id="rId5"/>
    <p:sldId id="257" r:id="rId6"/>
    <p:sldId id="259" r:id="rId7"/>
    <p:sldId id="258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ika gupta" userId="f04a38cc9893f33b" providerId="LiveId" clId="{1BDE0AB5-30A2-4A89-83AA-4EF089ACEC8F}"/>
    <pc:docChg chg="modSld">
      <pc:chgData name="Ishika gupta" userId="f04a38cc9893f33b" providerId="LiveId" clId="{1BDE0AB5-30A2-4A89-83AA-4EF089ACEC8F}" dt="2025-12-13T05:55:21.963" v="102"/>
      <pc:docMkLst>
        <pc:docMk/>
      </pc:docMkLst>
      <pc:sldChg chg="modSp mod modAnim">
        <pc:chgData name="Ishika gupta" userId="f04a38cc9893f33b" providerId="LiveId" clId="{1BDE0AB5-30A2-4A89-83AA-4EF089ACEC8F}" dt="2025-12-13T05:17:57.449" v="5" actId="1076"/>
        <pc:sldMkLst>
          <pc:docMk/>
          <pc:sldMk cId="4094396790" sldId="256"/>
        </pc:sldMkLst>
        <pc:spChg chg="mod">
          <ac:chgData name="Ishika gupta" userId="f04a38cc9893f33b" providerId="LiveId" clId="{1BDE0AB5-30A2-4A89-83AA-4EF089ACEC8F}" dt="2025-12-13T05:17:53.659" v="4" actId="1076"/>
          <ac:spMkLst>
            <pc:docMk/>
            <pc:sldMk cId="4094396790" sldId="256"/>
            <ac:spMk id="25" creationId="{CE200B05-2DB5-BEAD-A76C-66DE0ABC8FB1}"/>
          </ac:spMkLst>
        </pc:spChg>
        <pc:spChg chg="mod">
          <ac:chgData name="Ishika gupta" userId="f04a38cc9893f33b" providerId="LiveId" clId="{1BDE0AB5-30A2-4A89-83AA-4EF089ACEC8F}" dt="2025-12-13T05:17:57.449" v="5" actId="1076"/>
          <ac:spMkLst>
            <pc:docMk/>
            <pc:sldMk cId="4094396790" sldId="256"/>
            <ac:spMk id="27" creationId="{4E3DB570-9237-D742-7C31-FED67FB82B78}"/>
          </ac:spMkLst>
        </pc:spChg>
      </pc:sldChg>
      <pc:sldChg chg="modSp mod">
        <pc:chgData name="Ishika gupta" userId="f04a38cc9893f33b" providerId="LiveId" clId="{1BDE0AB5-30A2-4A89-83AA-4EF089ACEC8F}" dt="2025-12-13T05:54:45.803" v="101" actId="113"/>
        <pc:sldMkLst>
          <pc:docMk/>
          <pc:sldMk cId="3746932088" sldId="260"/>
        </pc:sldMkLst>
        <pc:spChg chg="mod">
          <ac:chgData name="Ishika gupta" userId="f04a38cc9893f33b" providerId="LiveId" clId="{1BDE0AB5-30A2-4A89-83AA-4EF089ACEC8F}" dt="2025-12-13T05:54:45.803" v="101" actId="113"/>
          <ac:spMkLst>
            <pc:docMk/>
            <pc:sldMk cId="3746932088" sldId="260"/>
            <ac:spMk id="6" creationId="{50F5AE08-6671-88EE-3D82-A68B7F71D97A}"/>
          </ac:spMkLst>
        </pc:spChg>
      </pc:sldChg>
      <pc:sldChg chg="addSp modSp mod">
        <pc:chgData name="Ishika gupta" userId="f04a38cc9893f33b" providerId="LiveId" clId="{1BDE0AB5-30A2-4A89-83AA-4EF089ACEC8F}" dt="2025-12-13T05:45:35.176" v="90" actId="13926"/>
        <pc:sldMkLst>
          <pc:docMk/>
          <pc:sldMk cId="3356739496" sldId="263"/>
        </pc:sldMkLst>
        <pc:spChg chg="add mod">
          <ac:chgData name="Ishika gupta" userId="f04a38cc9893f33b" providerId="LiveId" clId="{1BDE0AB5-30A2-4A89-83AA-4EF089ACEC8F}" dt="2025-12-13T05:45:35.176" v="90" actId="13926"/>
          <ac:spMkLst>
            <pc:docMk/>
            <pc:sldMk cId="3356739496" sldId="263"/>
            <ac:spMk id="3" creationId="{DC021232-CB7A-EA4D-652C-F9D42CD21B6A}"/>
          </ac:spMkLst>
        </pc:spChg>
      </pc:sldChg>
      <pc:sldChg chg="addSp modSp mod">
        <pc:chgData name="Ishika gupta" userId="f04a38cc9893f33b" providerId="LiveId" clId="{1BDE0AB5-30A2-4A89-83AA-4EF089ACEC8F}" dt="2025-12-13T05:55:21.963" v="102"/>
        <pc:sldMkLst>
          <pc:docMk/>
          <pc:sldMk cId="3754654419" sldId="264"/>
        </pc:sldMkLst>
        <pc:spChg chg="mod">
          <ac:chgData name="Ishika gupta" userId="f04a38cc9893f33b" providerId="LiveId" clId="{1BDE0AB5-30A2-4A89-83AA-4EF089ACEC8F}" dt="2025-12-13T05:31:24.364" v="71" actId="2711"/>
          <ac:spMkLst>
            <pc:docMk/>
            <pc:sldMk cId="3754654419" sldId="264"/>
            <ac:spMk id="2" creationId="{41910056-22AA-5EE6-5C2B-09D0B7C885E8}"/>
          </ac:spMkLst>
        </pc:spChg>
        <pc:spChg chg="add mod">
          <ac:chgData name="Ishika gupta" userId="f04a38cc9893f33b" providerId="LiveId" clId="{1BDE0AB5-30A2-4A89-83AA-4EF089ACEC8F}" dt="2025-12-13T05:31:24.364" v="71" actId="2711"/>
          <ac:spMkLst>
            <pc:docMk/>
            <pc:sldMk cId="3754654419" sldId="264"/>
            <ac:spMk id="3" creationId="{E7655370-07CA-95FB-7195-E9F4AA03254D}"/>
          </ac:spMkLst>
        </pc:spChg>
        <pc:spChg chg="mod">
          <ac:chgData name="Ishika gupta" userId="f04a38cc9893f33b" providerId="LiveId" clId="{1BDE0AB5-30A2-4A89-83AA-4EF089ACEC8F}" dt="2025-12-13T05:31:24.364" v="71" actId="2711"/>
          <ac:spMkLst>
            <pc:docMk/>
            <pc:sldMk cId="3754654419" sldId="264"/>
            <ac:spMk id="4" creationId="{7F17D801-3478-F052-C1C9-9B2C494E22C8}"/>
          </ac:spMkLst>
        </pc:spChg>
        <pc:spChg chg="mod">
          <ac:chgData name="Ishika gupta" userId="f04a38cc9893f33b" providerId="LiveId" clId="{1BDE0AB5-30A2-4A89-83AA-4EF089ACEC8F}" dt="2025-12-13T05:31:24.364" v="71" actId="2711"/>
          <ac:spMkLst>
            <pc:docMk/>
            <pc:sldMk cId="3754654419" sldId="264"/>
            <ac:spMk id="5" creationId="{4289F234-47B3-DDE5-50D1-8555CB37410D}"/>
          </ac:spMkLst>
        </pc:spChg>
        <pc:picChg chg="add mod">
          <ac:chgData name="Ishika gupta" userId="f04a38cc9893f33b" providerId="LiveId" clId="{1BDE0AB5-30A2-4A89-83AA-4EF089ACEC8F}" dt="2025-12-13T05:55:21.963" v="102"/>
          <ac:picMkLst>
            <pc:docMk/>
            <pc:sldMk cId="3754654419" sldId="264"/>
            <ac:picMk id="6" creationId="{A884ADEE-5789-9FFA-C013-5D3589E4E2C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580D2-D66D-42AC-A392-381C3014BDFE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76F7ADA-3EBF-40B5-856A-BCD2064641EA}">
      <dgm:prSet phldrT="[Text]" phldr="0" custT="1"/>
      <dgm:spPr/>
      <dgm:t>
        <a:bodyPr/>
        <a:lstStyle/>
        <a:p>
          <a:r>
            <a:rPr lang="en-IN" sz="1600" dirty="0"/>
            <a:t>Understand the data</a:t>
          </a:r>
        </a:p>
      </dgm:t>
    </dgm:pt>
    <dgm:pt modelId="{8AC5C229-676F-40CF-9213-AD0D33860421}" type="parTrans" cxnId="{69355C78-D72D-4295-B8BA-1DDEF4EC5C8C}">
      <dgm:prSet/>
      <dgm:spPr/>
      <dgm:t>
        <a:bodyPr/>
        <a:lstStyle/>
        <a:p>
          <a:endParaRPr lang="en-IN"/>
        </a:p>
      </dgm:t>
    </dgm:pt>
    <dgm:pt modelId="{42A659A7-8C73-461F-8529-DE329A1EDED5}" type="sibTrans" cxnId="{69355C78-D72D-4295-B8BA-1DDEF4EC5C8C}">
      <dgm:prSet/>
      <dgm:spPr/>
      <dgm:t>
        <a:bodyPr/>
        <a:lstStyle/>
        <a:p>
          <a:endParaRPr lang="en-IN"/>
        </a:p>
      </dgm:t>
    </dgm:pt>
    <dgm:pt modelId="{00152D5C-977A-4CEC-8CCC-4002936BDDB6}">
      <dgm:prSet phldrT="[Text]" phldr="0" custT="1"/>
      <dgm:spPr/>
      <dgm:t>
        <a:bodyPr/>
        <a:lstStyle/>
        <a:p>
          <a:r>
            <a:rPr lang="en-IN" sz="1600" dirty="0"/>
            <a:t>Log transformation of scores and half life</a:t>
          </a:r>
        </a:p>
      </dgm:t>
    </dgm:pt>
    <dgm:pt modelId="{258C6AFD-B1F1-4BD7-96F7-C5617893DA52}" type="parTrans" cxnId="{987FEF26-6D6A-4CA2-9095-BD8161007D9D}">
      <dgm:prSet/>
      <dgm:spPr/>
      <dgm:t>
        <a:bodyPr/>
        <a:lstStyle/>
        <a:p>
          <a:endParaRPr lang="en-IN"/>
        </a:p>
      </dgm:t>
    </dgm:pt>
    <dgm:pt modelId="{CFF50A38-78EA-48D7-8565-48CEA212AAA7}" type="sibTrans" cxnId="{987FEF26-6D6A-4CA2-9095-BD8161007D9D}">
      <dgm:prSet/>
      <dgm:spPr/>
      <dgm:t>
        <a:bodyPr/>
        <a:lstStyle/>
        <a:p>
          <a:endParaRPr lang="en-IN"/>
        </a:p>
      </dgm:t>
    </dgm:pt>
    <dgm:pt modelId="{B530978A-22C8-4E80-BA7E-8C317BB65095}">
      <dgm:prSet custT="1"/>
      <dgm:spPr/>
      <dgm:t>
        <a:bodyPr/>
        <a:lstStyle/>
        <a:p>
          <a:r>
            <a:rPr lang="en-IN" sz="1600"/>
            <a:t>Feature generation</a:t>
          </a:r>
          <a:endParaRPr lang="en-IN" sz="1600" dirty="0"/>
        </a:p>
      </dgm:t>
    </dgm:pt>
    <dgm:pt modelId="{13A1A7C1-C660-4A12-9410-A751E58E6846}" type="parTrans" cxnId="{6E8C0ACA-154D-454B-9910-E3E4FB0D54C1}">
      <dgm:prSet/>
      <dgm:spPr/>
      <dgm:t>
        <a:bodyPr/>
        <a:lstStyle/>
        <a:p>
          <a:endParaRPr lang="en-IN"/>
        </a:p>
      </dgm:t>
    </dgm:pt>
    <dgm:pt modelId="{34BF6338-C194-4F97-84CA-1197E16F7A5D}" type="sibTrans" cxnId="{6E8C0ACA-154D-454B-9910-E3E4FB0D54C1}">
      <dgm:prSet/>
      <dgm:spPr/>
      <dgm:t>
        <a:bodyPr/>
        <a:lstStyle/>
        <a:p>
          <a:endParaRPr lang="en-IN"/>
        </a:p>
      </dgm:t>
    </dgm:pt>
    <dgm:pt modelId="{81BC2E7C-2856-463B-A7F7-7417F00F0209}">
      <dgm:prSet custT="1"/>
      <dgm:spPr/>
      <dgm:t>
        <a:bodyPr/>
        <a:lstStyle/>
        <a:p>
          <a:r>
            <a:rPr lang="en-IN" sz="1600"/>
            <a:t>Train test split</a:t>
          </a:r>
          <a:endParaRPr lang="en-IN" sz="1600" dirty="0"/>
        </a:p>
      </dgm:t>
    </dgm:pt>
    <dgm:pt modelId="{C2A55174-7623-4413-8187-9087BFDC8FE0}" type="parTrans" cxnId="{9283B891-CAC0-49F5-B4DE-8A6426734606}">
      <dgm:prSet/>
      <dgm:spPr/>
      <dgm:t>
        <a:bodyPr/>
        <a:lstStyle/>
        <a:p>
          <a:endParaRPr lang="en-IN"/>
        </a:p>
      </dgm:t>
    </dgm:pt>
    <dgm:pt modelId="{7D54DD60-6619-4D76-8763-38E69A894951}" type="sibTrans" cxnId="{9283B891-CAC0-49F5-B4DE-8A6426734606}">
      <dgm:prSet/>
      <dgm:spPr/>
      <dgm:t>
        <a:bodyPr/>
        <a:lstStyle/>
        <a:p>
          <a:endParaRPr lang="en-IN"/>
        </a:p>
      </dgm:t>
    </dgm:pt>
    <dgm:pt modelId="{942B2A84-029F-4EF9-AE30-7F651C6F5A43}">
      <dgm:prSet custT="1"/>
      <dgm:spPr/>
      <dgm:t>
        <a:bodyPr/>
        <a:lstStyle/>
        <a:p>
          <a:r>
            <a:rPr lang="en-IN" sz="1600"/>
            <a:t>(train 90%, test 10%)</a:t>
          </a:r>
          <a:endParaRPr lang="en-IN" sz="1600" dirty="0"/>
        </a:p>
      </dgm:t>
    </dgm:pt>
    <dgm:pt modelId="{C560C2A8-C817-492F-9077-9FC22E7C1285}" type="parTrans" cxnId="{BEBF201B-FD10-4C37-B522-F4F103E077CA}">
      <dgm:prSet/>
      <dgm:spPr/>
      <dgm:t>
        <a:bodyPr/>
        <a:lstStyle/>
        <a:p>
          <a:endParaRPr lang="en-IN"/>
        </a:p>
      </dgm:t>
    </dgm:pt>
    <dgm:pt modelId="{9C53A829-8C04-476A-8837-D770A92367EC}" type="sibTrans" cxnId="{BEBF201B-FD10-4C37-B522-F4F103E077CA}">
      <dgm:prSet/>
      <dgm:spPr/>
      <dgm:t>
        <a:bodyPr/>
        <a:lstStyle/>
        <a:p>
          <a:endParaRPr lang="en-IN"/>
        </a:p>
      </dgm:t>
    </dgm:pt>
    <dgm:pt modelId="{CB5E26C7-2D1C-4192-8E24-2B9216E1686F}">
      <dgm:prSet custT="1"/>
      <dgm:spPr/>
      <dgm:t>
        <a:bodyPr/>
        <a:lstStyle/>
        <a:p>
          <a:r>
            <a:rPr lang="en-IN" sz="1600" dirty="0"/>
            <a:t>Random forest</a:t>
          </a:r>
        </a:p>
      </dgm:t>
    </dgm:pt>
    <dgm:pt modelId="{82D5B4C2-65AE-4B91-A3BE-FD88819BE498}" type="parTrans" cxnId="{84909C2F-4C62-48EC-9BC8-3E53CABA7981}">
      <dgm:prSet/>
      <dgm:spPr/>
      <dgm:t>
        <a:bodyPr/>
        <a:lstStyle/>
        <a:p>
          <a:endParaRPr lang="en-IN"/>
        </a:p>
      </dgm:t>
    </dgm:pt>
    <dgm:pt modelId="{1B8A3ED7-7753-4E60-B0AF-4285AAE13E69}" type="sibTrans" cxnId="{84909C2F-4C62-48EC-9BC8-3E53CABA7981}">
      <dgm:prSet/>
      <dgm:spPr/>
      <dgm:t>
        <a:bodyPr/>
        <a:lstStyle/>
        <a:p>
          <a:endParaRPr lang="en-IN"/>
        </a:p>
      </dgm:t>
    </dgm:pt>
    <dgm:pt modelId="{1FB99822-29C7-4922-B443-591D22DAA9CE}">
      <dgm:prSet custT="1"/>
      <dgm:spPr/>
      <dgm:t>
        <a:bodyPr/>
        <a:lstStyle/>
        <a:p>
          <a:r>
            <a:rPr lang="en-IN" sz="1600" dirty="0"/>
            <a:t>Residual calculation</a:t>
          </a:r>
        </a:p>
      </dgm:t>
    </dgm:pt>
    <dgm:pt modelId="{343C042C-22EE-4D7D-A80F-6C6F459A03B9}" type="parTrans" cxnId="{B13A9B3B-77D2-479D-B54C-B06B89150C26}">
      <dgm:prSet/>
      <dgm:spPr/>
      <dgm:t>
        <a:bodyPr/>
        <a:lstStyle/>
        <a:p>
          <a:endParaRPr lang="en-IN"/>
        </a:p>
      </dgm:t>
    </dgm:pt>
    <dgm:pt modelId="{6B9C7AF1-6649-4E01-B5AF-4BF88642F7E8}" type="sibTrans" cxnId="{B13A9B3B-77D2-479D-B54C-B06B89150C26}">
      <dgm:prSet/>
      <dgm:spPr/>
      <dgm:t>
        <a:bodyPr/>
        <a:lstStyle/>
        <a:p>
          <a:endParaRPr lang="en-IN"/>
        </a:p>
      </dgm:t>
    </dgm:pt>
    <dgm:pt modelId="{796ABD56-72EA-4C6D-87D2-2B8546416562}">
      <dgm:prSet custT="1"/>
      <dgm:spPr/>
      <dgm:t>
        <a:bodyPr/>
        <a:lstStyle/>
        <a:p>
          <a:r>
            <a:rPr lang="en-IN" sz="1600" dirty="0"/>
            <a:t>Performance metrics</a:t>
          </a:r>
        </a:p>
      </dgm:t>
    </dgm:pt>
    <dgm:pt modelId="{EE96F2B0-91BE-498B-956A-71B0E2AE17FC}" type="parTrans" cxnId="{1CAF2B36-380B-43FF-9135-A337D6639652}">
      <dgm:prSet/>
      <dgm:spPr/>
      <dgm:t>
        <a:bodyPr/>
        <a:lstStyle/>
        <a:p>
          <a:endParaRPr lang="en-IN"/>
        </a:p>
      </dgm:t>
    </dgm:pt>
    <dgm:pt modelId="{AF3875AC-ACE0-4197-A430-E9BE02E00288}" type="sibTrans" cxnId="{1CAF2B36-380B-43FF-9135-A337D6639652}">
      <dgm:prSet/>
      <dgm:spPr/>
      <dgm:t>
        <a:bodyPr/>
        <a:lstStyle/>
        <a:p>
          <a:endParaRPr lang="en-IN"/>
        </a:p>
      </dgm:t>
    </dgm:pt>
    <dgm:pt modelId="{005F239E-4F1F-41BC-ABDA-30171C2E5B49}" type="pres">
      <dgm:prSet presAssocID="{36E580D2-D66D-42AC-A392-381C3014BDFE}" presName="linearFlow" presStyleCnt="0">
        <dgm:presLayoutVars>
          <dgm:resizeHandles val="exact"/>
        </dgm:presLayoutVars>
      </dgm:prSet>
      <dgm:spPr/>
    </dgm:pt>
    <dgm:pt modelId="{4BFD1A47-D963-4F91-9645-574F7AAF39FE}" type="pres">
      <dgm:prSet presAssocID="{076F7ADA-3EBF-40B5-856A-BCD2064641EA}" presName="node" presStyleLbl="node1" presStyleIdx="0" presStyleCnt="8">
        <dgm:presLayoutVars>
          <dgm:bulletEnabled val="1"/>
        </dgm:presLayoutVars>
      </dgm:prSet>
      <dgm:spPr/>
    </dgm:pt>
    <dgm:pt modelId="{839FAEED-0507-451F-8176-FB4EDAED7F08}" type="pres">
      <dgm:prSet presAssocID="{42A659A7-8C73-461F-8529-DE329A1EDED5}" presName="sibTrans" presStyleLbl="sibTrans2D1" presStyleIdx="0" presStyleCnt="7"/>
      <dgm:spPr/>
    </dgm:pt>
    <dgm:pt modelId="{7C135EF8-7436-47E0-9350-FC31C091042E}" type="pres">
      <dgm:prSet presAssocID="{42A659A7-8C73-461F-8529-DE329A1EDED5}" presName="connectorText" presStyleLbl="sibTrans2D1" presStyleIdx="0" presStyleCnt="7"/>
      <dgm:spPr/>
    </dgm:pt>
    <dgm:pt modelId="{396DACCB-540D-407B-84B1-9C324D0A33C1}" type="pres">
      <dgm:prSet presAssocID="{00152D5C-977A-4CEC-8CCC-4002936BDDB6}" presName="node" presStyleLbl="node1" presStyleIdx="1" presStyleCnt="8">
        <dgm:presLayoutVars>
          <dgm:bulletEnabled val="1"/>
        </dgm:presLayoutVars>
      </dgm:prSet>
      <dgm:spPr/>
    </dgm:pt>
    <dgm:pt modelId="{B8457BB6-5340-43E9-8B36-F5121ADC82EB}" type="pres">
      <dgm:prSet presAssocID="{CFF50A38-78EA-48D7-8565-48CEA212AAA7}" presName="sibTrans" presStyleLbl="sibTrans2D1" presStyleIdx="1" presStyleCnt="7"/>
      <dgm:spPr/>
    </dgm:pt>
    <dgm:pt modelId="{142A570F-E15C-4221-BC67-E35AC9B07DB7}" type="pres">
      <dgm:prSet presAssocID="{CFF50A38-78EA-48D7-8565-48CEA212AAA7}" presName="connectorText" presStyleLbl="sibTrans2D1" presStyleIdx="1" presStyleCnt="7"/>
      <dgm:spPr/>
    </dgm:pt>
    <dgm:pt modelId="{C9F611C5-8BBC-47C0-B003-5F2C1D3B8F70}" type="pres">
      <dgm:prSet presAssocID="{B530978A-22C8-4E80-BA7E-8C317BB65095}" presName="node" presStyleLbl="node1" presStyleIdx="2" presStyleCnt="8">
        <dgm:presLayoutVars>
          <dgm:bulletEnabled val="1"/>
        </dgm:presLayoutVars>
      </dgm:prSet>
      <dgm:spPr/>
    </dgm:pt>
    <dgm:pt modelId="{63C03204-69E2-4C0D-938A-3A5876A48C62}" type="pres">
      <dgm:prSet presAssocID="{34BF6338-C194-4F97-84CA-1197E16F7A5D}" presName="sibTrans" presStyleLbl="sibTrans2D1" presStyleIdx="2" presStyleCnt="7"/>
      <dgm:spPr/>
    </dgm:pt>
    <dgm:pt modelId="{71F0EFB2-844C-491C-A217-FFFB5E7C331E}" type="pres">
      <dgm:prSet presAssocID="{34BF6338-C194-4F97-84CA-1197E16F7A5D}" presName="connectorText" presStyleLbl="sibTrans2D1" presStyleIdx="2" presStyleCnt="7"/>
      <dgm:spPr/>
    </dgm:pt>
    <dgm:pt modelId="{0829BDBF-FD57-4809-9384-7D91F84564F3}" type="pres">
      <dgm:prSet presAssocID="{81BC2E7C-2856-463B-A7F7-7417F00F0209}" presName="node" presStyleLbl="node1" presStyleIdx="3" presStyleCnt="8">
        <dgm:presLayoutVars>
          <dgm:bulletEnabled val="1"/>
        </dgm:presLayoutVars>
      </dgm:prSet>
      <dgm:spPr/>
    </dgm:pt>
    <dgm:pt modelId="{ADF90CCD-8811-4A77-B992-9EC2F50CB48F}" type="pres">
      <dgm:prSet presAssocID="{7D54DD60-6619-4D76-8763-38E69A894951}" presName="sibTrans" presStyleLbl="sibTrans2D1" presStyleIdx="3" presStyleCnt="7"/>
      <dgm:spPr/>
    </dgm:pt>
    <dgm:pt modelId="{75EE462D-71DB-42ED-80DE-9AFF369C8FB6}" type="pres">
      <dgm:prSet presAssocID="{7D54DD60-6619-4D76-8763-38E69A894951}" presName="connectorText" presStyleLbl="sibTrans2D1" presStyleIdx="3" presStyleCnt="7"/>
      <dgm:spPr/>
    </dgm:pt>
    <dgm:pt modelId="{DDAA8908-4CF4-4504-B818-EFBE2B6E1B21}" type="pres">
      <dgm:prSet presAssocID="{942B2A84-029F-4EF9-AE30-7F651C6F5A43}" presName="node" presStyleLbl="node1" presStyleIdx="4" presStyleCnt="8">
        <dgm:presLayoutVars>
          <dgm:bulletEnabled val="1"/>
        </dgm:presLayoutVars>
      </dgm:prSet>
      <dgm:spPr/>
    </dgm:pt>
    <dgm:pt modelId="{9EE35372-0C8E-4913-AED3-522B82899174}" type="pres">
      <dgm:prSet presAssocID="{9C53A829-8C04-476A-8837-D770A92367EC}" presName="sibTrans" presStyleLbl="sibTrans2D1" presStyleIdx="4" presStyleCnt="7"/>
      <dgm:spPr/>
    </dgm:pt>
    <dgm:pt modelId="{C1BED190-EC0D-45DE-B92C-8A62FEA8D7FD}" type="pres">
      <dgm:prSet presAssocID="{9C53A829-8C04-476A-8837-D770A92367EC}" presName="connectorText" presStyleLbl="sibTrans2D1" presStyleIdx="4" presStyleCnt="7"/>
      <dgm:spPr/>
    </dgm:pt>
    <dgm:pt modelId="{A743B906-E132-4E46-9B58-D6E5F4F9B4D7}" type="pres">
      <dgm:prSet presAssocID="{CB5E26C7-2D1C-4192-8E24-2B9216E1686F}" presName="node" presStyleLbl="node1" presStyleIdx="5" presStyleCnt="8">
        <dgm:presLayoutVars>
          <dgm:bulletEnabled val="1"/>
        </dgm:presLayoutVars>
      </dgm:prSet>
      <dgm:spPr/>
    </dgm:pt>
    <dgm:pt modelId="{C86A6A06-4729-42D7-8AC0-A6A5980A7E5A}" type="pres">
      <dgm:prSet presAssocID="{1B8A3ED7-7753-4E60-B0AF-4285AAE13E69}" presName="sibTrans" presStyleLbl="sibTrans2D1" presStyleIdx="5" presStyleCnt="7"/>
      <dgm:spPr/>
    </dgm:pt>
    <dgm:pt modelId="{3742BBEF-1317-452F-BDF3-8C578CA84559}" type="pres">
      <dgm:prSet presAssocID="{1B8A3ED7-7753-4E60-B0AF-4285AAE13E69}" presName="connectorText" presStyleLbl="sibTrans2D1" presStyleIdx="5" presStyleCnt="7"/>
      <dgm:spPr/>
    </dgm:pt>
    <dgm:pt modelId="{117A3C8A-C0E3-4EDE-AE49-48B0091F049A}" type="pres">
      <dgm:prSet presAssocID="{1FB99822-29C7-4922-B443-591D22DAA9CE}" presName="node" presStyleLbl="node1" presStyleIdx="6" presStyleCnt="8">
        <dgm:presLayoutVars>
          <dgm:bulletEnabled val="1"/>
        </dgm:presLayoutVars>
      </dgm:prSet>
      <dgm:spPr/>
    </dgm:pt>
    <dgm:pt modelId="{F2E84A29-F37F-478D-B896-875303E31F5F}" type="pres">
      <dgm:prSet presAssocID="{6B9C7AF1-6649-4E01-B5AF-4BF88642F7E8}" presName="sibTrans" presStyleLbl="sibTrans2D1" presStyleIdx="6" presStyleCnt="7"/>
      <dgm:spPr/>
    </dgm:pt>
    <dgm:pt modelId="{B4F67158-CDC0-407E-AC67-444F1B45B838}" type="pres">
      <dgm:prSet presAssocID="{6B9C7AF1-6649-4E01-B5AF-4BF88642F7E8}" presName="connectorText" presStyleLbl="sibTrans2D1" presStyleIdx="6" presStyleCnt="7"/>
      <dgm:spPr/>
    </dgm:pt>
    <dgm:pt modelId="{62DE68BA-53E8-4072-8A55-6FB7767DD7D3}" type="pres">
      <dgm:prSet presAssocID="{796ABD56-72EA-4C6D-87D2-2B8546416562}" presName="node" presStyleLbl="node1" presStyleIdx="7" presStyleCnt="8">
        <dgm:presLayoutVars>
          <dgm:bulletEnabled val="1"/>
        </dgm:presLayoutVars>
      </dgm:prSet>
      <dgm:spPr/>
    </dgm:pt>
  </dgm:ptLst>
  <dgm:cxnLst>
    <dgm:cxn modelId="{48899D03-F7CA-46D4-BF44-1F1583C372C0}" type="presOf" srcId="{1B8A3ED7-7753-4E60-B0AF-4285AAE13E69}" destId="{3742BBEF-1317-452F-BDF3-8C578CA84559}" srcOrd="1" destOrd="0" presId="urn:microsoft.com/office/officeart/2005/8/layout/process2"/>
    <dgm:cxn modelId="{A8F56608-2B6B-48C4-8859-9D5C3528422F}" type="presOf" srcId="{42A659A7-8C73-461F-8529-DE329A1EDED5}" destId="{7C135EF8-7436-47E0-9350-FC31C091042E}" srcOrd="1" destOrd="0" presId="urn:microsoft.com/office/officeart/2005/8/layout/process2"/>
    <dgm:cxn modelId="{BEBF201B-FD10-4C37-B522-F4F103E077CA}" srcId="{36E580D2-D66D-42AC-A392-381C3014BDFE}" destId="{942B2A84-029F-4EF9-AE30-7F651C6F5A43}" srcOrd="4" destOrd="0" parTransId="{C560C2A8-C817-492F-9077-9FC22E7C1285}" sibTransId="{9C53A829-8C04-476A-8837-D770A92367EC}"/>
    <dgm:cxn modelId="{A4EB781C-0D3F-4AA9-A935-F9063514EA4B}" type="presOf" srcId="{CFF50A38-78EA-48D7-8565-48CEA212AAA7}" destId="{B8457BB6-5340-43E9-8B36-F5121ADC82EB}" srcOrd="0" destOrd="0" presId="urn:microsoft.com/office/officeart/2005/8/layout/process2"/>
    <dgm:cxn modelId="{B5EC9B1E-9830-4454-B394-8D21F8D339B8}" type="presOf" srcId="{6B9C7AF1-6649-4E01-B5AF-4BF88642F7E8}" destId="{B4F67158-CDC0-407E-AC67-444F1B45B838}" srcOrd="1" destOrd="0" presId="urn:microsoft.com/office/officeart/2005/8/layout/process2"/>
    <dgm:cxn modelId="{EE79FC24-F59A-4424-92BA-360F065E2EE2}" type="presOf" srcId="{9C53A829-8C04-476A-8837-D770A92367EC}" destId="{C1BED190-EC0D-45DE-B92C-8A62FEA8D7FD}" srcOrd="1" destOrd="0" presId="urn:microsoft.com/office/officeart/2005/8/layout/process2"/>
    <dgm:cxn modelId="{987FEF26-6D6A-4CA2-9095-BD8161007D9D}" srcId="{36E580D2-D66D-42AC-A392-381C3014BDFE}" destId="{00152D5C-977A-4CEC-8CCC-4002936BDDB6}" srcOrd="1" destOrd="0" parTransId="{258C6AFD-B1F1-4BD7-96F7-C5617893DA52}" sibTransId="{CFF50A38-78EA-48D7-8565-48CEA212AAA7}"/>
    <dgm:cxn modelId="{84909C2F-4C62-48EC-9BC8-3E53CABA7981}" srcId="{36E580D2-D66D-42AC-A392-381C3014BDFE}" destId="{CB5E26C7-2D1C-4192-8E24-2B9216E1686F}" srcOrd="5" destOrd="0" parTransId="{82D5B4C2-65AE-4B91-A3BE-FD88819BE498}" sibTransId="{1B8A3ED7-7753-4E60-B0AF-4285AAE13E69}"/>
    <dgm:cxn modelId="{1CAF2B36-380B-43FF-9135-A337D6639652}" srcId="{36E580D2-D66D-42AC-A392-381C3014BDFE}" destId="{796ABD56-72EA-4C6D-87D2-2B8546416562}" srcOrd="7" destOrd="0" parTransId="{EE96F2B0-91BE-498B-956A-71B0E2AE17FC}" sibTransId="{AF3875AC-ACE0-4197-A430-E9BE02E00288}"/>
    <dgm:cxn modelId="{B13A9B3B-77D2-479D-B54C-B06B89150C26}" srcId="{36E580D2-D66D-42AC-A392-381C3014BDFE}" destId="{1FB99822-29C7-4922-B443-591D22DAA9CE}" srcOrd="6" destOrd="0" parTransId="{343C042C-22EE-4D7D-A80F-6C6F459A03B9}" sibTransId="{6B9C7AF1-6649-4E01-B5AF-4BF88642F7E8}"/>
    <dgm:cxn modelId="{D4BD475C-12F4-450D-BEC3-85DE816F9A1D}" type="presOf" srcId="{CB5E26C7-2D1C-4192-8E24-2B9216E1686F}" destId="{A743B906-E132-4E46-9B58-D6E5F4F9B4D7}" srcOrd="0" destOrd="0" presId="urn:microsoft.com/office/officeart/2005/8/layout/process2"/>
    <dgm:cxn modelId="{62C4505F-B95D-4EC9-982E-A47AC7C413E2}" type="presOf" srcId="{942B2A84-029F-4EF9-AE30-7F651C6F5A43}" destId="{DDAA8908-4CF4-4504-B818-EFBE2B6E1B21}" srcOrd="0" destOrd="0" presId="urn:microsoft.com/office/officeart/2005/8/layout/process2"/>
    <dgm:cxn modelId="{DA80A462-F47E-4117-8984-49516AF6BDFD}" type="presOf" srcId="{7D54DD60-6619-4D76-8763-38E69A894951}" destId="{75EE462D-71DB-42ED-80DE-9AFF369C8FB6}" srcOrd="1" destOrd="0" presId="urn:microsoft.com/office/officeart/2005/8/layout/process2"/>
    <dgm:cxn modelId="{EFAEEF69-DF85-44EB-9CA6-E7F36E348723}" type="presOf" srcId="{7D54DD60-6619-4D76-8763-38E69A894951}" destId="{ADF90CCD-8811-4A77-B992-9EC2F50CB48F}" srcOrd="0" destOrd="0" presId="urn:microsoft.com/office/officeart/2005/8/layout/process2"/>
    <dgm:cxn modelId="{02DC386D-3920-4E68-ABEC-A9A9E472B90B}" type="presOf" srcId="{36E580D2-D66D-42AC-A392-381C3014BDFE}" destId="{005F239E-4F1F-41BC-ABDA-30171C2E5B49}" srcOrd="0" destOrd="0" presId="urn:microsoft.com/office/officeart/2005/8/layout/process2"/>
    <dgm:cxn modelId="{44C93450-26FF-44CA-9982-10239F7F13FD}" type="presOf" srcId="{6B9C7AF1-6649-4E01-B5AF-4BF88642F7E8}" destId="{F2E84A29-F37F-478D-B896-875303E31F5F}" srcOrd="0" destOrd="0" presId="urn:microsoft.com/office/officeart/2005/8/layout/process2"/>
    <dgm:cxn modelId="{5E333172-0AA1-465D-B709-CF66B9B12382}" type="presOf" srcId="{42A659A7-8C73-461F-8529-DE329A1EDED5}" destId="{839FAEED-0507-451F-8176-FB4EDAED7F08}" srcOrd="0" destOrd="0" presId="urn:microsoft.com/office/officeart/2005/8/layout/process2"/>
    <dgm:cxn modelId="{A5039476-67E9-401C-901C-CA247A3767F3}" type="presOf" srcId="{B530978A-22C8-4E80-BA7E-8C317BB65095}" destId="{C9F611C5-8BBC-47C0-B003-5F2C1D3B8F70}" srcOrd="0" destOrd="0" presId="urn:microsoft.com/office/officeart/2005/8/layout/process2"/>
    <dgm:cxn modelId="{69355C78-D72D-4295-B8BA-1DDEF4EC5C8C}" srcId="{36E580D2-D66D-42AC-A392-381C3014BDFE}" destId="{076F7ADA-3EBF-40B5-856A-BCD2064641EA}" srcOrd="0" destOrd="0" parTransId="{8AC5C229-676F-40CF-9213-AD0D33860421}" sibTransId="{42A659A7-8C73-461F-8529-DE329A1EDED5}"/>
    <dgm:cxn modelId="{3461997E-AE00-4962-810F-908873887232}" type="presOf" srcId="{CFF50A38-78EA-48D7-8565-48CEA212AAA7}" destId="{142A570F-E15C-4221-BC67-E35AC9B07DB7}" srcOrd="1" destOrd="0" presId="urn:microsoft.com/office/officeart/2005/8/layout/process2"/>
    <dgm:cxn modelId="{53408D84-29BE-4994-A539-B1CF0BA218C0}" type="presOf" srcId="{00152D5C-977A-4CEC-8CCC-4002936BDDB6}" destId="{396DACCB-540D-407B-84B1-9C324D0A33C1}" srcOrd="0" destOrd="0" presId="urn:microsoft.com/office/officeart/2005/8/layout/process2"/>
    <dgm:cxn modelId="{5562618C-D75E-45B6-B21B-65B728383B56}" type="presOf" srcId="{1FB99822-29C7-4922-B443-591D22DAA9CE}" destId="{117A3C8A-C0E3-4EDE-AE49-48B0091F049A}" srcOrd="0" destOrd="0" presId="urn:microsoft.com/office/officeart/2005/8/layout/process2"/>
    <dgm:cxn modelId="{9283B891-CAC0-49F5-B4DE-8A6426734606}" srcId="{36E580D2-D66D-42AC-A392-381C3014BDFE}" destId="{81BC2E7C-2856-463B-A7F7-7417F00F0209}" srcOrd="3" destOrd="0" parTransId="{C2A55174-7623-4413-8187-9087BFDC8FE0}" sibTransId="{7D54DD60-6619-4D76-8763-38E69A894951}"/>
    <dgm:cxn modelId="{F8207892-E3BB-4159-98E7-D6ADC0E928A0}" type="presOf" srcId="{796ABD56-72EA-4C6D-87D2-2B8546416562}" destId="{62DE68BA-53E8-4072-8A55-6FB7767DD7D3}" srcOrd="0" destOrd="0" presId="urn:microsoft.com/office/officeart/2005/8/layout/process2"/>
    <dgm:cxn modelId="{4881B997-0627-4218-A3A7-4EF112CF4349}" type="presOf" srcId="{34BF6338-C194-4F97-84CA-1197E16F7A5D}" destId="{63C03204-69E2-4C0D-938A-3A5876A48C62}" srcOrd="0" destOrd="0" presId="urn:microsoft.com/office/officeart/2005/8/layout/process2"/>
    <dgm:cxn modelId="{76C9F7C2-0C83-409B-819D-513352C18CEA}" type="presOf" srcId="{34BF6338-C194-4F97-84CA-1197E16F7A5D}" destId="{71F0EFB2-844C-491C-A217-FFFB5E7C331E}" srcOrd="1" destOrd="0" presId="urn:microsoft.com/office/officeart/2005/8/layout/process2"/>
    <dgm:cxn modelId="{6E8C0ACA-154D-454B-9910-E3E4FB0D54C1}" srcId="{36E580D2-D66D-42AC-A392-381C3014BDFE}" destId="{B530978A-22C8-4E80-BA7E-8C317BB65095}" srcOrd="2" destOrd="0" parTransId="{13A1A7C1-C660-4A12-9410-A751E58E6846}" sibTransId="{34BF6338-C194-4F97-84CA-1197E16F7A5D}"/>
    <dgm:cxn modelId="{91BD73CB-A0CE-4A93-8ADB-1F53BE5A1A67}" type="presOf" srcId="{076F7ADA-3EBF-40B5-856A-BCD2064641EA}" destId="{4BFD1A47-D963-4F91-9645-574F7AAF39FE}" srcOrd="0" destOrd="0" presId="urn:microsoft.com/office/officeart/2005/8/layout/process2"/>
    <dgm:cxn modelId="{0E178ECB-EE1D-4536-AC27-356E79804B55}" type="presOf" srcId="{1B8A3ED7-7753-4E60-B0AF-4285AAE13E69}" destId="{C86A6A06-4729-42D7-8AC0-A6A5980A7E5A}" srcOrd="0" destOrd="0" presId="urn:microsoft.com/office/officeart/2005/8/layout/process2"/>
    <dgm:cxn modelId="{020CB5D1-2281-4467-AFE6-6B8B6ED30E99}" type="presOf" srcId="{81BC2E7C-2856-463B-A7F7-7417F00F0209}" destId="{0829BDBF-FD57-4809-9384-7D91F84564F3}" srcOrd="0" destOrd="0" presId="urn:microsoft.com/office/officeart/2005/8/layout/process2"/>
    <dgm:cxn modelId="{9CAA43F4-0975-4C17-83D3-1207D73FDE8D}" type="presOf" srcId="{9C53A829-8C04-476A-8837-D770A92367EC}" destId="{9EE35372-0C8E-4913-AED3-522B82899174}" srcOrd="0" destOrd="0" presId="urn:microsoft.com/office/officeart/2005/8/layout/process2"/>
    <dgm:cxn modelId="{80EB4BFC-ECD0-4E65-8BE8-846CD16BE5EA}" type="presParOf" srcId="{005F239E-4F1F-41BC-ABDA-30171C2E5B49}" destId="{4BFD1A47-D963-4F91-9645-574F7AAF39FE}" srcOrd="0" destOrd="0" presId="urn:microsoft.com/office/officeart/2005/8/layout/process2"/>
    <dgm:cxn modelId="{03D5AC05-BF1B-4BFB-B55A-7B466B069A26}" type="presParOf" srcId="{005F239E-4F1F-41BC-ABDA-30171C2E5B49}" destId="{839FAEED-0507-451F-8176-FB4EDAED7F08}" srcOrd="1" destOrd="0" presId="urn:microsoft.com/office/officeart/2005/8/layout/process2"/>
    <dgm:cxn modelId="{AAF60717-868D-4657-9795-1452EBBCF5B3}" type="presParOf" srcId="{839FAEED-0507-451F-8176-FB4EDAED7F08}" destId="{7C135EF8-7436-47E0-9350-FC31C091042E}" srcOrd="0" destOrd="0" presId="urn:microsoft.com/office/officeart/2005/8/layout/process2"/>
    <dgm:cxn modelId="{C1F3E044-A2FC-41AC-94F4-BB5998DA8D40}" type="presParOf" srcId="{005F239E-4F1F-41BC-ABDA-30171C2E5B49}" destId="{396DACCB-540D-407B-84B1-9C324D0A33C1}" srcOrd="2" destOrd="0" presId="urn:microsoft.com/office/officeart/2005/8/layout/process2"/>
    <dgm:cxn modelId="{06083998-1915-4898-9D48-7F0FAFBF44C3}" type="presParOf" srcId="{005F239E-4F1F-41BC-ABDA-30171C2E5B49}" destId="{B8457BB6-5340-43E9-8B36-F5121ADC82EB}" srcOrd="3" destOrd="0" presId="urn:microsoft.com/office/officeart/2005/8/layout/process2"/>
    <dgm:cxn modelId="{F2F724A7-05F4-4693-95F8-DFD80DB7BA19}" type="presParOf" srcId="{B8457BB6-5340-43E9-8B36-F5121ADC82EB}" destId="{142A570F-E15C-4221-BC67-E35AC9B07DB7}" srcOrd="0" destOrd="0" presId="urn:microsoft.com/office/officeart/2005/8/layout/process2"/>
    <dgm:cxn modelId="{C62CC125-E628-43DB-B259-98982D788F71}" type="presParOf" srcId="{005F239E-4F1F-41BC-ABDA-30171C2E5B49}" destId="{C9F611C5-8BBC-47C0-B003-5F2C1D3B8F70}" srcOrd="4" destOrd="0" presId="urn:microsoft.com/office/officeart/2005/8/layout/process2"/>
    <dgm:cxn modelId="{5E66ACBA-E9FF-40F5-9649-7A85406E5F1A}" type="presParOf" srcId="{005F239E-4F1F-41BC-ABDA-30171C2E5B49}" destId="{63C03204-69E2-4C0D-938A-3A5876A48C62}" srcOrd="5" destOrd="0" presId="urn:microsoft.com/office/officeart/2005/8/layout/process2"/>
    <dgm:cxn modelId="{FAE0FAA7-8ACF-483D-A58F-946B008BB9F3}" type="presParOf" srcId="{63C03204-69E2-4C0D-938A-3A5876A48C62}" destId="{71F0EFB2-844C-491C-A217-FFFB5E7C331E}" srcOrd="0" destOrd="0" presId="urn:microsoft.com/office/officeart/2005/8/layout/process2"/>
    <dgm:cxn modelId="{366AE2CD-1125-4299-8B31-8A0970284BAF}" type="presParOf" srcId="{005F239E-4F1F-41BC-ABDA-30171C2E5B49}" destId="{0829BDBF-FD57-4809-9384-7D91F84564F3}" srcOrd="6" destOrd="0" presId="urn:microsoft.com/office/officeart/2005/8/layout/process2"/>
    <dgm:cxn modelId="{8EB0DA06-8B39-49BF-95A1-86B4DFFF8E0E}" type="presParOf" srcId="{005F239E-4F1F-41BC-ABDA-30171C2E5B49}" destId="{ADF90CCD-8811-4A77-B992-9EC2F50CB48F}" srcOrd="7" destOrd="0" presId="urn:microsoft.com/office/officeart/2005/8/layout/process2"/>
    <dgm:cxn modelId="{8204754E-476C-4DF5-88FE-14C872B6D187}" type="presParOf" srcId="{ADF90CCD-8811-4A77-B992-9EC2F50CB48F}" destId="{75EE462D-71DB-42ED-80DE-9AFF369C8FB6}" srcOrd="0" destOrd="0" presId="urn:microsoft.com/office/officeart/2005/8/layout/process2"/>
    <dgm:cxn modelId="{A50BB362-7A20-4EB7-9099-0F88519661BC}" type="presParOf" srcId="{005F239E-4F1F-41BC-ABDA-30171C2E5B49}" destId="{DDAA8908-4CF4-4504-B818-EFBE2B6E1B21}" srcOrd="8" destOrd="0" presId="urn:microsoft.com/office/officeart/2005/8/layout/process2"/>
    <dgm:cxn modelId="{5832980D-7EB9-49BD-A21F-883E1C8C9394}" type="presParOf" srcId="{005F239E-4F1F-41BC-ABDA-30171C2E5B49}" destId="{9EE35372-0C8E-4913-AED3-522B82899174}" srcOrd="9" destOrd="0" presId="urn:microsoft.com/office/officeart/2005/8/layout/process2"/>
    <dgm:cxn modelId="{B262F865-1FF0-4F58-AAD6-5879C20FC889}" type="presParOf" srcId="{9EE35372-0C8E-4913-AED3-522B82899174}" destId="{C1BED190-EC0D-45DE-B92C-8A62FEA8D7FD}" srcOrd="0" destOrd="0" presId="urn:microsoft.com/office/officeart/2005/8/layout/process2"/>
    <dgm:cxn modelId="{F54DD95D-6892-4257-BFEB-5315FBB53C27}" type="presParOf" srcId="{005F239E-4F1F-41BC-ABDA-30171C2E5B49}" destId="{A743B906-E132-4E46-9B58-D6E5F4F9B4D7}" srcOrd="10" destOrd="0" presId="urn:microsoft.com/office/officeart/2005/8/layout/process2"/>
    <dgm:cxn modelId="{02A1A43B-BA51-4144-9DB4-2DDA8095158B}" type="presParOf" srcId="{005F239E-4F1F-41BC-ABDA-30171C2E5B49}" destId="{C86A6A06-4729-42D7-8AC0-A6A5980A7E5A}" srcOrd="11" destOrd="0" presId="urn:microsoft.com/office/officeart/2005/8/layout/process2"/>
    <dgm:cxn modelId="{70EF6CA3-9564-4272-AA03-51D73903CAE5}" type="presParOf" srcId="{C86A6A06-4729-42D7-8AC0-A6A5980A7E5A}" destId="{3742BBEF-1317-452F-BDF3-8C578CA84559}" srcOrd="0" destOrd="0" presId="urn:microsoft.com/office/officeart/2005/8/layout/process2"/>
    <dgm:cxn modelId="{26CA8B7E-15AC-41BB-8267-FCAC7005B84C}" type="presParOf" srcId="{005F239E-4F1F-41BC-ABDA-30171C2E5B49}" destId="{117A3C8A-C0E3-4EDE-AE49-48B0091F049A}" srcOrd="12" destOrd="0" presId="urn:microsoft.com/office/officeart/2005/8/layout/process2"/>
    <dgm:cxn modelId="{EB37640E-19F9-4A64-8E19-BFDFF2588E50}" type="presParOf" srcId="{005F239E-4F1F-41BC-ABDA-30171C2E5B49}" destId="{F2E84A29-F37F-478D-B896-875303E31F5F}" srcOrd="13" destOrd="0" presId="urn:microsoft.com/office/officeart/2005/8/layout/process2"/>
    <dgm:cxn modelId="{F8B691AB-3DD8-4733-BDD1-7638B1D992BB}" type="presParOf" srcId="{F2E84A29-F37F-478D-B896-875303E31F5F}" destId="{B4F67158-CDC0-407E-AC67-444F1B45B838}" srcOrd="0" destOrd="0" presId="urn:microsoft.com/office/officeart/2005/8/layout/process2"/>
    <dgm:cxn modelId="{A84956D6-19D5-40AE-AFD1-E24BA097B5B7}" type="presParOf" srcId="{005F239E-4F1F-41BC-ABDA-30171C2E5B49}" destId="{62DE68BA-53E8-4072-8A55-6FB7767DD7D3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D1A47-D963-4F91-9645-574F7AAF39FE}">
      <dsp:nvSpPr>
        <dsp:cNvPr id="0" name=""/>
        <dsp:cNvSpPr/>
      </dsp:nvSpPr>
      <dsp:spPr>
        <a:xfrm>
          <a:off x="3432011" y="4337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Understand the data</a:t>
          </a:r>
        </a:p>
      </dsp:txBody>
      <dsp:txXfrm>
        <a:off x="3447077" y="19403"/>
        <a:ext cx="2027423" cy="484256"/>
      </dsp:txXfrm>
    </dsp:sp>
    <dsp:sp modelId="{839FAEED-0507-451F-8176-FB4EDAED7F08}">
      <dsp:nvSpPr>
        <dsp:cNvPr id="0" name=""/>
        <dsp:cNvSpPr/>
      </dsp:nvSpPr>
      <dsp:spPr>
        <a:xfrm rot="5400000">
          <a:off x="4364341" y="531586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550876"/>
        <a:ext cx="138885" cy="135027"/>
      </dsp:txXfrm>
    </dsp:sp>
    <dsp:sp modelId="{396DACCB-540D-407B-84B1-9C324D0A33C1}">
      <dsp:nvSpPr>
        <dsp:cNvPr id="0" name=""/>
        <dsp:cNvSpPr/>
      </dsp:nvSpPr>
      <dsp:spPr>
        <a:xfrm>
          <a:off x="3432011" y="775920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Log transformation of scores and half life</a:t>
          </a:r>
        </a:p>
      </dsp:txBody>
      <dsp:txXfrm>
        <a:off x="3447077" y="790986"/>
        <a:ext cx="2027423" cy="484256"/>
      </dsp:txXfrm>
    </dsp:sp>
    <dsp:sp modelId="{B8457BB6-5340-43E9-8B36-F5121ADC82EB}">
      <dsp:nvSpPr>
        <dsp:cNvPr id="0" name=""/>
        <dsp:cNvSpPr/>
      </dsp:nvSpPr>
      <dsp:spPr>
        <a:xfrm rot="5400000">
          <a:off x="4364341" y="1303169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1322459"/>
        <a:ext cx="138885" cy="135027"/>
      </dsp:txXfrm>
    </dsp:sp>
    <dsp:sp modelId="{C9F611C5-8BBC-47C0-B003-5F2C1D3B8F70}">
      <dsp:nvSpPr>
        <dsp:cNvPr id="0" name=""/>
        <dsp:cNvSpPr/>
      </dsp:nvSpPr>
      <dsp:spPr>
        <a:xfrm>
          <a:off x="3432011" y="1547504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Feature generation</a:t>
          </a:r>
          <a:endParaRPr lang="en-IN" sz="1600" kern="1200" dirty="0"/>
        </a:p>
      </dsp:txBody>
      <dsp:txXfrm>
        <a:off x="3447077" y="1562570"/>
        <a:ext cx="2027423" cy="484256"/>
      </dsp:txXfrm>
    </dsp:sp>
    <dsp:sp modelId="{63C03204-69E2-4C0D-938A-3A5876A48C62}">
      <dsp:nvSpPr>
        <dsp:cNvPr id="0" name=""/>
        <dsp:cNvSpPr/>
      </dsp:nvSpPr>
      <dsp:spPr>
        <a:xfrm rot="5400000">
          <a:off x="4364341" y="2074753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2094043"/>
        <a:ext cx="138885" cy="135027"/>
      </dsp:txXfrm>
    </dsp:sp>
    <dsp:sp modelId="{0829BDBF-FD57-4809-9384-7D91F84564F3}">
      <dsp:nvSpPr>
        <dsp:cNvPr id="0" name=""/>
        <dsp:cNvSpPr/>
      </dsp:nvSpPr>
      <dsp:spPr>
        <a:xfrm>
          <a:off x="3432011" y="2319087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Train test split</a:t>
          </a:r>
          <a:endParaRPr lang="en-IN" sz="1600" kern="1200" dirty="0"/>
        </a:p>
      </dsp:txBody>
      <dsp:txXfrm>
        <a:off x="3447077" y="2334153"/>
        <a:ext cx="2027423" cy="484256"/>
      </dsp:txXfrm>
    </dsp:sp>
    <dsp:sp modelId="{ADF90CCD-8811-4A77-B992-9EC2F50CB48F}">
      <dsp:nvSpPr>
        <dsp:cNvPr id="0" name=""/>
        <dsp:cNvSpPr/>
      </dsp:nvSpPr>
      <dsp:spPr>
        <a:xfrm rot="5400000">
          <a:off x="4364341" y="2846336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2865626"/>
        <a:ext cx="138885" cy="135027"/>
      </dsp:txXfrm>
    </dsp:sp>
    <dsp:sp modelId="{DDAA8908-4CF4-4504-B818-EFBE2B6E1B21}">
      <dsp:nvSpPr>
        <dsp:cNvPr id="0" name=""/>
        <dsp:cNvSpPr/>
      </dsp:nvSpPr>
      <dsp:spPr>
        <a:xfrm>
          <a:off x="3432011" y="3090671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(train 90%, test 10%)</a:t>
          </a:r>
          <a:endParaRPr lang="en-IN" sz="1600" kern="1200" dirty="0"/>
        </a:p>
      </dsp:txBody>
      <dsp:txXfrm>
        <a:off x="3447077" y="3105737"/>
        <a:ext cx="2027423" cy="484256"/>
      </dsp:txXfrm>
    </dsp:sp>
    <dsp:sp modelId="{9EE35372-0C8E-4913-AED3-522B82899174}">
      <dsp:nvSpPr>
        <dsp:cNvPr id="0" name=""/>
        <dsp:cNvSpPr/>
      </dsp:nvSpPr>
      <dsp:spPr>
        <a:xfrm rot="5400000">
          <a:off x="4364341" y="3617919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3637209"/>
        <a:ext cx="138885" cy="135027"/>
      </dsp:txXfrm>
    </dsp:sp>
    <dsp:sp modelId="{A743B906-E132-4E46-9B58-D6E5F4F9B4D7}">
      <dsp:nvSpPr>
        <dsp:cNvPr id="0" name=""/>
        <dsp:cNvSpPr/>
      </dsp:nvSpPr>
      <dsp:spPr>
        <a:xfrm>
          <a:off x="3432011" y="3862254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Random forest</a:t>
          </a:r>
        </a:p>
      </dsp:txBody>
      <dsp:txXfrm>
        <a:off x="3447077" y="3877320"/>
        <a:ext cx="2027423" cy="484256"/>
      </dsp:txXfrm>
    </dsp:sp>
    <dsp:sp modelId="{C86A6A06-4729-42D7-8AC0-A6A5980A7E5A}">
      <dsp:nvSpPr>
        <dsp:cNvPr id="0" name=""/>
        <dsp:cNvSpPr/>
      </dsp:nvSpPr>
      <dsp:spPr>
        <a:xfrm rot="5400000">
          <a:off x="4364341" y="4389503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4408793"/>
        <a:ext cx="138885" cy="135027"/>
      </dsp:txXfrm>
    </dsp:sp>
    <dsp:sp modelId="{117A3C8A-C0E3-4EDE-AE49-48B0091F049A}">
      <dsp:nvSpPr>
        <dsp:cNvPr id="0" name=""/>
        <dsp:cNvSpPr/>
      </dsp:nvSpPr>
      <dsp:spPr>
        <a:xfrm>
          <a:off x="3432011" y="4633838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Residual calculation</a:t>
          </a:r>
        </a:p>
      </dsp:txBody>
      <dsp:txXfrm>
        <a:off x="3447077" y="4648904"/>
        <a:ext cx="2027423" cy="484256"/>
      </dsp:txXfrm>
    </dsp:sp>
    <dsp:sp modelId="{F2E84A29-F37F-478D-B896-875303E31F5F}">
      <dsp:nvSpPr>
        <dsp:cNvPr id="0" name=""/>
        <dsp:cNvSpPr/>
      </dsp:nvSpPr>
      <dsp:spPr>
        <a:xfrm rot="5400000">
          <a:off x="4364341" y="5161086"/>
          <a:ext cx="192895" cy="23147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391346" y="5180376"/>
        <a:ext cx="138885" cy="135027"/>
      </dsp:txXfrm>
    </dsp:sp>
    <dsp:sp modelId="{62DE68BA-53E8-4072-8A55-6FB7767DD7D3}">
      <dsp:nvSpPr>
        <dsp:cNvPr id="0" name=""/>
        <dsp:cNvSpPr/>
      </dsp:nvSpPr>
      <dsp:spPr>
        <a:xfrm>
          <a:off x="3432011" y="5405421"/>
          <a:ext cx="2057555" cy="51438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Performance metrics</a:t>
          </a:r>
        </a:p>
      </dsp:txBody>
      <dsp:txXfrm>
        <a:off x="3447077" y="5420487"/>
        <a:ext cx="2027423" cy="484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658D6-47CE-4815-BFBD-7D8EF987E77A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26A4-9D23-48B5-8A7F-9BE2C80AF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02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E26A4-9D23-48B5-8A7F-9BE2C80AFC7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8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4704-F45F-D7E3-CD80-5E14FE968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69729-BDD7-F17A-9E14-1DABA9712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B83F9-2D8F-60AB-D99A-B05143A2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4AA38-8111-684E-C009-54EAE3DC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92D7-19EC-4143-884F-8644DFD3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99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A78B-C788-47A0-2105-9AD99D23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BB69-0708-B37A-6353-CCF8329D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BE22E-5846-7FBE-D6FF-12162C61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365F-4525-912A-78A4-7EB20C91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31AB1-63DA-F699-5696-CE61B7E7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3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D7A7-35CE-CE9E-2070-D177D1466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923D8-A768-DFAF-4DDC-12D181C14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7AB4-75BA-4CA1-DC67-BE118DF2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68AC0-7034-A700-C4A0-00AB88455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300D-5949-E706-5BC2-392FA997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5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3298-09E1-F2D0-77DB-2BFF3D14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2C58-8776-C5AD-426C-5A060AF1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EFA9A-920F-8B85-35F3-F7521D245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EB470-B0F0-469F-3675-32D7B64B0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1AD62-2B2A-9033-A880-A9CBB965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7977B-29A6-40E3-1B08-2D610723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B72B-0363-F65E-4996-B24E907B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0E93B-037D-CD76-1C1F-BA39B937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82437-55C9-7110-ADF6-A0047BB9F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3BC3E4-4D72-DD5D-3B15-B6BD1FBE5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B0603-0EE7-07B3-6AC1-A3FBC670E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81289-AA07-5649-C5EC-2CE3F548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4A7F8-9773-E191-8562-47D80CCE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C6C3B-088C-A93B-50E1-F961597E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73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E58E-06DC-ECD5-BEAF-D92F9902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0DFAB-7CC3-74C2-142E-9FFA29B0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76133-F3BF-0FF9-F632-E324EA0C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FD384-E970-B922-9979-88DE1854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3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B5726-9795-9848-2877-DC5C5EC2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F6660-9AB1-F5EC-21AD-8D441BB1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511E5-A010-9592-F957-C531F9E2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79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4008-58DE-1EBD-0AF4-8156664F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ABAE-4E78-80E0-A5C3-C77F1A25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400AD-8170-3E0E-ED15-B7F5A08F1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9903-F185-B469-1ECF-8B0E216C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AB5D-6DFC-184E-BE46-FA583D7C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6F28B-F242-780A-5FD6-44CA06FF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34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5C67-DE62-731E-7996-FAC17DC4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8C6BB-675D-DCF6-2384-7EF1676B2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7B50E-FA10-CA4F-EB16-DF88F3BD4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8AE40-3819-AC3D-E823-D4060BC8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F5F7F-240A-2D6B-5C39-C1170CD7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CCF70-A748-28E1-04EC-683AA854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5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FF09-59F8-EEA7-89C6-276EA53D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70538-DC04-F43E-3B91-67B6619AE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8A51-EF05-2893-00EB-5946AA28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E0392-5511-E631-4F02-58A74561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107ED-F12D-C072-2710-BB3DE7F9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2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DF7FF-E534-575B-E208-1BFBCF439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29F70-F583-24BB-7FCB-C15CB862D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9D60-B83E-839F-48BC-8793C865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0EAB-DC89-6085-8BC8-9CF02D11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35C6D-6239-54E2-4AA6-BF17B5AB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5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01BEA-57AC-95CA-4E66-692695E0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12F57-EA77-0C20-33AB-D2DAFD76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3AFF2-408E-1A46-B18B-64F2E6DF2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D514-B16F-4F9F-A023-BB910A5B1FA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4A10-991F-8506-7936-C81A0BA49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65D8-889D-0002-B4EC-B9238F4BE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89C40-A0C2-436D-A973-205D3F7D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7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unandini333/Predict-expression-of-genes-in-GM12878-cell-line-using-histone-modification-level-at-promoters/" TargetMode="External"/><Relationship Id="rId3" Type="http://schemas.openxmlformats.org/officeDocument/2006/relationships/hyperlink" Target="https://pubmed.ncbi.nlm.nih.gov/23770639/" TargetMode="External"/><Relationship Id="rId7" Type="http://schemas.openxmlformats.org/officeDocument/2006/relationships/hyperlink" Target="https://trace.ncbi.nlm.nih.gov/Traces/sra-reads-be/fastq?acc=SRR533117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ce.ncbi.nlm.nih.gov/Traces/sra-reads-be/fastq?acc=SRR13404250" TargetMode="External"/><Relationship Id="rId5" Type="http://schemas.openxmlformats.org/officeDocument/2006/relationships/hyperlink" Target="http://hgdownload.cse.ucsc.edu/goldenPath/hg19/encodeDCC/wgEncodeCaltechRnaSeq/" TargetMode="External"/><Relationship Id="rId4" Type="http://schemas.openxmlformats.org/officeDocument/2006/relationships/hyperlink" Target="https://pmc.ncbi.nlm.nih.gov/articles/PMC9684954/" TargetMode="Externa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800C-B833-1566-17B0-859FDD1F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77" y="2361278"/>
            <a:ext cx="10515600" cy="1067722"/>
          </a:xfrm>
        </p:spPr>
        <p:txBody>
          <a:bodyPr>
            <a:normAutofit fontScale="90000"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See maximum how much accuracy you can get. </a:t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do you say about residuals i.e. what could compose of. </a:t>
            </a:r>
            <a:b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Compare it to RNA half life. 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0DB9C-392A-36FF-9787-F1C09AE6EC30}"/>
              </a:ext>
            </a:extLst>
          </p:cNvPr>
          <p:cNvSpPr txBox="1"/>
          <p:nvPr/>
        </p:nvSpPr>
        <p:spPr>
          <a:xfrm>
            <a:off x="838200" y="269407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expression of genes using histone modification level at promoters (1Kb upstream-2Kb downstream).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ogo Usage Guidelines | IIIT-Delhi">
            <a:extLst>
              <a:ext uri="{FF2B5EF4-FFF2-40B4-BE49-F238E27FC236}">
                <a16:creationId xmlns:a16="http://schemas.microsoft.com/office/drawing/2014/main" id="{8926AB07-83A5-DF5B-B66B-06397A623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56935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F5AE08-6671-88EE-3D82-A68B7F71D97A}"/>
              </a:ext>
            </a:extLst>
          </p:cNvPr>
          <p:cNvSpPr txBox="1"/>
          <p:nvPr/>
        </p:nvSpPr>
        <p:spPr>
          <a:xfrm>
            <a:off x="7944119" y="5803762"/>
            <a:ext cx="4171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GROUP-10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ISHIKA GUPTA(MT25180)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SUNANDINI CHOWDHURY(MT25187)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451AE-B306-463A-A8EC-21FC78502A34}"/>
              </a:ext>
            </a:extLst>
          </p:cNvPr>
          <p:cNvSpPr txBox="1"/>
          <p:nvPr/>
        </p:nvSpPr>
        <p:spPr>
          <a:xfrm>
            <a:off x="609600" y="6065372"/>
            <a:ext cx="4850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GUIDE: DR. VIBHOR KUMAR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D7BD5-F721-81D6-1A74-54E3CC6F4604}"/>
              </a:ext>
            </a:extLst>
          </p:cNvPr>
          <p:cNvSpPr txBox="1"/>
          <p:nvPr/>
        </p:nvSpPr>
        <p:spPr>
          <a:xfrm>
            <a:off x="838200" y="3607379"/>
            <a:ext cx="10515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AMONG THE FEATURES AND FPKM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AMONG PREDICTED AND ACTUAL FPKM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AMONG LOG OF RESIDUAL AND LOG OF RNA HALF LIFE</a:t>
            </a:r>
          </a:p>
        </p:txBody>
      </p:sp>
    </p:spTree>
    <p:extLst>
      <p:ext uri="{BB962C8B-B14F-4D97-AF65-F5344CB8AC3E}">
        <p14:creationId xmlns:p14="http://schemas.microsoft.com/office/powerpoint/2010/main" val="3746932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2BEEDB4B-A593-0EE7-6091-6C9E38D22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73" y="1032182"/>
            <a:ext cx="8377645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GM12878 Cell Line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🔹 Human lymphoblastoid (B-cell–derived) cell line</a:t>
            </a:r>
            <a:br>
              <a:rPr lang="en-IN" dirty="0"/>
            </a:br>
            <a:r>
              <a:rPr lang="en-IN" dirty="0"/>
              <a:t>🔹 Widely used in transcriptomic research</a:t>
            </a:r>
            <a:br>
              <a:rPr lang="en-IN" dirty="0"/>
            </a:br>
            <a:r>
              <a:rPr lang="en-IN" dirty="0"/>
              <a:t>🔹 Ideal for studying chromatin architecture, gene regulation &amp; immune pathways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CD6E311C-484D-8125-6E31-7E3A9549C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9728" y="-1622004"/>
            <a:ext cx="5865684" cy="516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ogo Usage Guidelines | IIIT-Delhi">
            <a:extLst>
              <a:ext uri="{FF2B5EF4-FFF2-40B4-BE49-F238E27FC236}">
                <a16:creationId xmlns:a16="http://schemas.microsoft.com/office/drawing/2014/main" id="{63978838-F0E0-BE22-C538-D6EB5FC3C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CE13A8-6696-BAEE-8D14-A321979D4F61}"/>
              </a:ext>
            </a:extLst>
          </p:cNvPr>
          <p:cNvSpPr txBox="1"/>
          <p:nvPr/>
        </p:nvSpPr>
        <p:spPr>
          <a:xfrm>
            <a:off x="1201783" y="202160"/>
            <a:ext cx="837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DD28E83-32E6-6758-EEC9-312904D39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40912"/>
              </p:ext>
            </p:extLst>
          </p:nvPr>
        </p:nvGraphicFramePr>
        <p:xfrm>
          <a:off x="406825" y="3270646"/>
          <a:ext cx="419260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36">
                  <a:extLst>
                    <a:ext uri="{9D8B030D-6E8A-4147-A177-3AD203B41FA5}">
                      <a16:colId xmlns:a16="http://schemas.microsoft.com/office/drawing/2014/main" val="569437156"/>
                    </a:ext>
                  </a:extLst>
                </a:gridCol>
                <a:gridCol w="1397536">
                  <a:extLst>
                    <a:ext uri="{9D8B030D-6E8A-4147-A177-3AD203B41FA5}">
                      <a16:colId xmlns:a16="http://schemas.microsoft.com/office/drawing/2014/main" val="2837250665"/>
                    </a:ext>
                  </a:extLst>
                </a:gridCol>
                <a:gridCol w="1397536">
                  <a:extLst>
                    <a:ext uri="{9D8B030D-6E8A-4147-A177-3AD203B41FA5}">
                      <a16:colId xmlns:a16="http://schemas.microsoft.com/office/drawing/2014/main" val="4073585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Histone 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Impact at Promoter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47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H3K4me3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Active transcription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 active promoters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50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H3K27ac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Enhances transcription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Signals strong promoter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7829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C64848A-8B01-22CE-DAC5-1DBDA9C89C64}"/>
              </a:ext>
            </a:extLst>
          </p:cNvPr>
          <p:cNvSpPr txBox="1"/>
          <p:nvPr/>
        </p:nvSpPr>
        <p:spPr>
          <a:xfrm>
            <a:off x="260521" y="2456260"/>
            <a:ext cx="8069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HISTONE MODIFICATION AT THE PROMOTER REGION</a:t>
            </a:r>
          </a:p>
        </p:txBody>
      </p:sp>
      <p:pic>
        <p:nvPicPr>
          <p:cNvPr id="15" name="Picture 14" descr="A diagram of a molecule&#10;&#10;AI-generated content may be incorrect.">
            <a:extLst>
              <a:ext uri="{FF2B5EF4-FFF2-40B4-BE49-F238E27FC236}">
                <a16:creationId xmlns:a16="http://schemas.microsoft.com/office/drawing/2014/main" id="{881348A8-9731-9276-723B-76B7AB4315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32"/>
          <a:stretch>
            <a:fillRect/>
          </a:stretch>
        </p:blipFill>
        <p:spPr>
          <a:xfrm>
            <a:off x="6492240" y="2972399"/>
            <a:ext cx="5413398" cy="3509042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EE1F5A2-1F64-3B24-70A4-2C763DCDA149}"/>
              </a:ext>
            </a:extLst>
          </p:cNvPr>
          <p:cNvSpPr/>
          <p:nvPr/>
        </p:nvSpPr>
        <p:spPr>
          <a:xfrm>
            <a:off x="6967728" y="2856370"/>
            <a:ext cx="484632" cy="92010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59C618-ABAD-C7DD-AF81-8754E155830E}"/>
              </a:ext>
            </a:extLst>
          </p:cNvPr>
          <p:cNvSpPr/>
          <p:nvPr/>
        </p:nvSpPr>
        <p:spPr>
          <a:xfrm>
            <a:off x="8330184" y="4133482"/>
            <a:ext cx="381134" cy="92010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B48650-FFC0-7094-ACE8-76E4FFFA24CE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870448" y="3316421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679833-FBA0-298D-F9F1-0E458A3C2196}"/>
              </a:ext>
            </a:extLst>
          </p:cNvPr>
          <p:cNvCxnSpPr>
            <a:cxnSpLocks/>
          </p:cNvCxnSpPr>
          <p:nvPr/>
        </p:nvCxnSpPr>
        <p:spPr>
          <a:xfrm flipH="1" flipV="1">
            <a:off x="5870448" y="4937555"/>
            <a:ext cx="2514600" cy="4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200B05-2DB5-BEAD-A76C-66DE0ABC8FB1}"/>
              </a:ext>
            </a:extLst>
          </p:cNvPr>
          <p:cNvSpPr txBox="1"/>
          <p:nvPr/>
        </p:nvSpPr>
        <p:spPr>
          <a:xfrm>
            <a:off x="4809010" y="3101595"/>
            <a:ext cx="16975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H3K4me3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3DB570-9237-D742-7C31-FED67FB82B78}"/>
              </a:ext>
            </a:extLst>
          </p:cNvPr>
          <p:cNvSpPr txBox="1"/>
          <p:nvPr/>
        </p:nvSpPr>
        <p:spPr>
          <a:xfrm>
            <a:off x="4855829" y="4752889"/>
            <a:ext cx="16975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H3K27ac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39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5834C3-0EBF-BE8F-793B-3C93BBAEC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2"/>
          <a:stretch>
            <a:fillRect/>
          </a:stretch>
        </p:blipFill>
        <p:spPr>
          <a:xfrm>
            <a:off x="2094034" y="644434"/>
            <a:ext cx="6700166" cy="6124833"/>
          </a:xfrm>
          <a:prstGeom prst="rect">
            <a:avLst/>
          </a:prstGeom>
        </p:spPr>
      </p:pic>
      <p:pic>
        <p:nvPicPr>
          <p:cNvPr id="2" name="Picture 2" descr="Logo Usage Guidelines | IIIT-Delhi">
            <a:extLst>
              <a:ext uri="{FF2B5EF4-FFF2-40B4-BE49-F238E27FC236}">
                <a16:creationId xmlns:a16="http://schemas.microsoft.com/office/drawing/2014/main" id="{323AFE74-D3EF-E91E-90AE-C5501B3A8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CCEA77-C48F-2067-6884-9DDB7E9C541D}"/>
              </a:ext>
            </a:extLst>
          </p:cNvPr>
          <p:cNvSpPr txBox="1"/>
          <p:nvPr/>
        </p:nvSpPr>
        <p:spPr>
          <a:xfrm>
            <a:off x="7541622" y="1854926"/>
            <a:ext cx="14938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(next slide)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42A49-6FAE-2D70-319D-CAA36582A56C}"/>
              </a:ext>
            </a:extLst>
          </p:cNvPr>
          <p:cNvSpPr txBox="1"/>
          <p:nvPr/>
        </p:nvSpPr>
        <p:spPr>
          <a:xfrm>
            <a:off x="1064892" y="88733"/>
            <a:ext cx="95184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04510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51631988-DCAE-0384-3D11-34BD7A4EF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329696"/>
              </p:ext>
            </p:extLst>
          </p:nvPr>
        </p:nvGraphicFramePr>
        <p:xfrm>
          <a:off x="-3095815" y="918071"/>
          <a:ext cx="8921578" cy="5924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2" descr="Logo Usage Guidelines | IIIT-Delhi">
            <a:extLst>
              <a:ext uri="{FF2B5EF4-FFF2-40B4-BE49-F238E27FC236}">
                <a16:creationId xmlns:a16="http://schemas.microsoft.com/office/drawing/2014/main" id="{2447EAFC-0E1C-AC83-53BB-80F623D9C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238" y="107092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text">
            <a:extLst>
              <a:ext uri="{FF2B5EF4-FFF2-40B4-BE49-F238E27FC236}">
                <a16:creationId xmlns:a16="http://schemas.microsoft.com/office/drawing/2014/main" id="{E62C7BF6-FC4A-EA75-C96D-D18B5B3E0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9730" y="1021164"/>
            <a:ext cx="8289235" cy="1552835"/>
          </a:xfrm>
          <a:prstGeom prst="rect">
            <a:avLst/>
          </a:prstGeom>
        </p:spPr>
      </p:pic>
      <p:pic>
        <p:nvPicPr>
          <p:cNvPr id="7" name="Picture 6" descr="A table with numbers and letters">
            <a:extLst>
              <a:ext uri="{FF2B5EF4-FFF2-40B4-BE49-F238E27FC236}">
                <a16:creationId xmlns:a16="http://schemas.microsoft.com/office/drawing/2014/main" id="{A4FD4C3D-4BB0-DC8F-1ABB-357F6A76F7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2606" y="2779854"/>
            <a:ext cx="5963482" cy="2200582"/>
          </a:xfrm>
          <a:prstGeom prst="rect">
            <a:avLst/>
          </a:prstGeom>
        </p:spPr>
      </p:pic>
      <p:pic>
        <p:nvPicPr>
          <p:cNvPr id="9" name="Picture 8" descr="A table of numbers and symbols">
            <a:extLst>
              <a:ext uri="{FF2B5EF4-FFF2-40B4-BE49-F238E27FC236}">
                <a16:creationId xmlns:a16="http://schemas.microsoft.com/office/drawing/2014/main" id="{0EC90DBA-E7B3-7E26-64B0-52B45E9425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2397" y="5206379"/>
            <a:ext cx="3943900" cy="1409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1C4F15-070A-AC34-1F20-B54E7F4B8594}"/>
              </a:ext>
            </a:extLst>
          </p:cNvPr>
          <p:cNvSpPr txBox="1"/>
          <p:nvPr/>
        </p:nvSpPr>
        <p:spPr>
          <a:xfrm>
            <a:off x="1440832" y="57396"/>
            <a:ext cx="95184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 MODEL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21232-CB7A-EA4D-652C-F9D42CD21B6A}"/>
              </a:ext>
            </a:extLst>
          </p:cNvPr>
          <p:cNvSpPr txBox="1"/>
          <p:nvPr/>
        </p:nvSpPr>
        <p:spPr>
          <a:xfrm>
            <a:off x="9948428" y="2573999"/>
            <a:ext cx="202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29,598 samples</a:t>
            </a:r>
          </a:p>
        </p:txBody>
      </p:sp>
    </p:spTree>
    <p:extLst>
      <p:ext uri="{BB962C8B-B14F-4D97-AF65-F5344CB8AC3E}">
        <p14:creationId xmlns:p14="http://schemas.microsoft.com/office/powerpoint/2010/main" val="335673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4FD9BEE0-7F43-02E4-3393-CB45E450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68"/>
          <a:stretch>
            <a:fillRect/>
          </a:stretch>
        </p:blipFill>
        <p:spPr>
          <a:xfrm>
            <a:off x="2862484" y="1654348"/>
            <a:ext cx="6467031" cy="4650945"/>
          </a:xfrm>
          <a:prstGeom prst="rect">
            <a:avLst/>
          </a:prstGeom>
        </p:spPr>
      </p:pic>
      <p:pic>
        <p:nvPicPr>
          <p:cNvPr id="7" name="Picture 2" descr="Logo Usage Guidelines | IIIT-Delhi">
            <a:extLst>
              <a:ext uri="{FF2B5EF4-FFF2-40B4-BE49-F238E27FC236}">
                <a16:creationId xmlns:a16="http://schemas.microsoft.com/office/drawing/2014/main" id="{26BE8826-EE75-624E-36DC-1BCAEEA54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917014-BA5A-DF1C-CCE2-DFB98D7525A2}"/>
              </a:ext>
            </a:extLst>
          </p:cNvPr>
          <p:cNvSpPr txBox="1"/>
          <p:nvPr/>
        </p:nvSpPr>
        <p:spPr>
          <a:xfrm>
            <a:off x="180977" y="168516"/>
            <a:ext cx="106960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: Histone Marks, FPKM, RNA Half-Life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C38863-2026-6D0F-9E94-AA3C6068D4DF}"/>
              </a:ext>
            </a:extLst>
          </p:cNvPr>
          <p:cNvSpPr/>
          <p:nvPr/>
        </p:nvSpPr>
        <p:spPr>
          <a:xfrm>
            <a:off x="7158446" y="4058199"/>
            <a:ext cx="844731" cy="975356"/>
          </a:xfrm>
          <a:prstGeom prst="ellipse">
            <a:avLst/>
          </a:prstGeom>
          <a:noFill/>
          <a:ln w="25400">
            <a:solidFill>
              <a:schemeClr val="accent1">
                <a:shade val="15000"/>
                <a:alpha val="9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7ED043B7-86BA-DAC4-CFA9-24894819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5"/>
          <a:stretch>
            <a:fillRect/>
          </a:stretch>
        </p:blipFill>
        <p:spPr>
          <a:xfrm>
            <a:off x="2890390" y="949234"/>
            <a:ext cx="6411220" cy="5042348"/>
          </a:xfrm>
          <a:prstGeom prst="rect">
            <a:avLst/>
          </a:prstGeom>
        </p:spPr>
      </p:pic>
      <p:pic>
        <p:nvPicPr>
          <p:cNvPr id="7" name="Picture 2" descr="Logo Usage Guidelines | IIIT-Delhi">
            <a:extLst>
              <a:ext uri="{FF2B5EF4-FFF2-40B4-BE49-F238E27FC236}">
                <a16:creationId xmlns:a16="http://schemas.microsoft.com/office/drawing/2014/main" id="{10932702-121C-4F44-3611-BB1750133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5F12BB-F897-B317-D38B-11536E30444B}"/>
              </a:ext>
            </a:extLst>
          </p:cNvPr>
          <p:cNvSpPr txBox="1"/>
          <p:nvPr/>
        </p:nvSpPr>
        <p:spPr>
          <a:xfrm>
            <a:off x="881468" y="6094214"/>
            <a:ext cx="112340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 the predictive utility of histone modifications for FPKM Calculation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C6182-6ADC-90FB-BDE1-BA8F2DB15F59}"/>
              </a:ext>
            </a:extLst>
          </p:cNvPr>
          <p:cNvSpPr txBox="1"/>
          <p:nvPr/>
        </p:nvSpPr>
        <p:spPr>
          <a:xfrm>
            <a:off x="1010194" y="286732"/>
            <a:ext cx="904035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 Plot: Predicted vs Actual FPKM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10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ogo Usage Guidelines | IIIT-Delhi">
            <a:extLst>
              <a:ext uri="{FF2B5EF4-FFF2-40B4-BE49-F238E27FC236}">
                <a16:creationId xmlns:a16="http://schemas.microsoft.com/office/drawing/2014/main" id="{E5762DBB-85E0-B649-7FF0-9BF919026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0DD5D7F7-2B6F-07A4-143D-5BC05C5C8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6"/>
          <a:stretch>
            <a:fillRect/>
          </a:stretch>
        </p:blipFill>
        <p:spPr bwMode="auto">
          <a:xfrm>
            <a:off x="2926621" y="982123"/>
            <a:ext cx="5895975" cy="489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83528-B151-C510-DCE4-6241DE151ADC}"/>
              </a:ext>
            </a:extLst>
          </p:cNvPr>
          <p:cNvSpPr txBox="1"/>
          <p:nvPr/>
        </p:nvSpPr>
        <p:spPr>
          <a:xfrm>
            <a:off x="1201783" y="315967"/>
            <a:ext cx="9040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 Plot: log(Residual) vs log(Half-Life)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991A8-8D3D-64C8-197E-D032A720C885}"/>
              </a:ext>
            </a:extLst>
          </p:cNvPr>
          <p:cNvSpPr txBox="1"/>
          <p:nvPr/>
        </p:nvSpPr>
        <p:spPr>
          <a:xfrm>
            <a:off x="783771" y="5895702"/>
            <a:ext cx="11033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 decay features account for a substantial portion of gene expression variability that promoter histone marks alone cannot explain.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6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0056-22AA-5EE6-5C2B-09D0B7C8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865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7D801-3478-F052-C1C9-9B2C494E22C8}"/>
              </a:ext>
            </a:extLst>
          </p:cNvPr>
          <p:cNvSpPr txBox="1"/>
          <p:nvPr/>
        </p:nvSpPr>
        <p:spPr>
          <a:xfrm>
            <a:off x="838200" y="735955"/>
            <a:ext cx="932688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https://pubmed.ncbi.nlm.nih.gov/23770639/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https://pmc.ncbi.nlm.nih.gov/articles/PMC9684954/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http://hgdownload.cse.ucsc.edu/goldenPath/hg19/encodeDCC/wgEncodeCaltechRnaSeq/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https://trace.ncbi.nlm.nih.gov/Traces/sra-reads-be/fastq?acc=SRR13404250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https://trace.ncbi.nlm.nih.gov/Traces/sra-reads-be/fastq?acc=SRR5331171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9F234-47B3-DDE5-50D1-8555CB37410D}"/>
              </a:ext>
            </a:extLst>
          </p:cNvPr>
          <p:cNvSpPr txBox="1"/>
          <p:nvPr/>
        </p:nvSpPr>
        <p:spPr>
          <a:xfrm>
            <a:off x="838200" y="2615614"/>
            <a:ext cx="99745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project—including all CSV files, R scripts,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notebooks, and R Markdown documents—is available in the GitHub repository linked below: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https://github.com/sunandini333/Predict-expression-of-genes-in-GM12878-cell-line-using-histone-modification-level-at-promoters/</a:t>
            </a:r>
            <a:endParaRPr lang="en-IN" sz="2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55370-07CA-95FB-7195-E9F4AA03254D}"/>
              </a:ext>
            </a:extLst>
          </p:cNvPr>
          <p:cNvSpPr txBox="1"/>
          <p:nvPr/>
        </p:nvSpPr>
        <p:spPr>
          <a:xfrm>
            <a:off x="914400" y="4385329"/>
            <a:ext cx="1043940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VIBHOR KUMAR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JAIDEV SHARMA</a:t>
            </a:r>
          </a:p>
        </p:txBody>
      </p:sp>
      <p:pic>
        <p:nvPicPr>
          <p:cNvPr id="6" name="Picture 2" descr="Logo Usage Guidelines | IIIT-Delhi">
            <a:extLst>
              <a:ext uri="{FF2B5EF4-FFF2-40B4-BE49-F238E27FC236}">
                <a16:creationId xmlns:a16="http://schemas.microsoft.com/office/drawing/2014/main" id="{A884ADEE-5789-9FFA-C013-5D3589E4E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071" y="48226"/>
            <a:ext cx="1523454" cy="91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65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405</Words>
  <Application>Microsoft Office PowerPoint</Application>
  <PresentationFormat>Widescreen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OBJECTIVES: 1. See maximum how much accuracy you can get.  2. What do you say about residuals i.e. what could compose of.  3. Compare it to RNA half life.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SUNANDINI CHOWDHURY</dc:creator>
  <cp:lastModifiedBy>Ishika gupta</cp:lastModifiedBy>
  <cp:revision>6</cp:revision>
  <dcterms:created xsi:type="dcterms:W3CDTF">2025-12-12T15:44:01Z</dcterms:created>
  <dcterms:modified xsi:type="dcterms:W3CDTF">2025-12-13T05:55:25Z</dcterms:modified>
</cp:coreProperties>
</file>